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8E50AB-D56D-C6D8-9F58-B297DD3B4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DAF91CC-8301-3981-9110-0A9B91CB2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83946D4-9721-7CBC-49A4-8DBEC310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012A68-8815-90C2-F7B3-BF05FFC2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F1EBC0-9EC6-5C4B-CA01-6D4D7E96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400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74613D-1B5A-A449-E691-E58AE961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A971BC-21EB-7587-DA0C-455AC8377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CFBA3B-662B-8241-D6D4-2E8F6388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04E868B-683D-F7F8-0D9B-2BED3292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297D0F0-F728-A1FC-882F-103A4901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96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F0BE5C-89B1-FE18-C608-94888EEC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4437D8-3064-F2C8-FD06-D7630E5DE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3641E1-9DEA-FEF2-3205-08CF776F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17B8CE-9A06-EDD3-1015-4E702537C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2CE10F-118F-E0E6-DAD4-B8E529A4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6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066288-73DE-9AA2-088D-25F4CA6D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B332D2-B210-1EB7-847B-8BB763319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9F2BF68-FAEF-0670-1AE2-7DFCA0D9D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ED01FE7-3263-9647-C38E-89230F95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D5241C2-E114-92AA-3B2E-B6A812F0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DF78EC3-F523-07DC-C4FD-2D0413D3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74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BAA74-D294-6523-60D7-386FA9EB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3A5E15A-F08C-4EA1-4F03-9281D0AC9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A384C37-4C83-15C5-48AE-F446E2CED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BF2491B-F3E3-CF5E-C192-81CD43B4A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35F888E-FD45-26E9-DAD9-AAB4C28C4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F3F2EC2-A23A-59F3-A976-E5103CAA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19D9409-1CDD-2AE7-B302-3F9D73C4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151DD21-CFAA-C464-A17A-DF060A93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90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0F10D3-521F-2DCF-E1A5-1A1A67B1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77CA9FF-382B-46D0-4144-133973B3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84F5A33-AC92-BE55-AEEB-F0F6EBA0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462640F-CC8D-800B-5C2A-90FF05D1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84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21D2588-D523-B959-E662-5B64B2A8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3A264C5-45C0-6392-21DF-4090A236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2A884BA-863B-13CD-0F62-ED6A9E4A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74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E2DD76-D1BF-688A-74EF-5C31187E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ADCBA2-DBD0-E60F-B783-C3A130B88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9DBF63-2096-AAA9-F322-B37711974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D50E862-A25B-BC1A-08C8-83D2AEDF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3DC240F-8C3E-892F-C3F1-4FBB8C05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C3C7811-2C26-F739-ED24-3A35BB41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52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6285F-583A-CE8D-AC68-A4718523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E25E3AC-0A9A-A09A-9021-0424D6E830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763B50C-2A71-BEED-FCCD-E49A27719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2790619-FC1B-1924-7B06-3BCAB230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18BCB92-D007-CFFB-0A9E-41E56034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9F0ABBD-3EF6-A700-C9CA-78E35BE2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14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035B54-4D3E-C163-D92F-13EA8B1E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5488EB3-5B20-5434-D587-B0C7B75FB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DD938C5-9D02-CA86-5FD1-06C3FCC2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214D3F0-0EFF-4C22-07BB-1195DAB6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6FD2BD-F6B6-4780-F6F9-D672848B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32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DC33390-316A-1BED-343E-408D2A406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F60940E-71E3-0969-A1AE-EBA0DD246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4D6B6C5-AF66-33BB-4CBA-46A30BA9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C55F726-CF9E-C180-64CF-1AAEEC1F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1955548-D0F3-8D1C-FDFA-E7881983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14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32A55D6-8D56-0C62-396F-3248CAE3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CB6B790-45CB-FA21-A431-E123BD372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C18348E-06CC-6DB5-4F47-80CAAD65E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95BDF-77AD-400A-B84F-6D2C6CF2358C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8D0C4F3-AC74-EE2C-8C7F-224131F16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24F9F4A-4D46-322C-5CC1-BC1741570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325C2-02D1-44D4-AFD1-7528D75049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BD6E1B-09A2-1E60-E8ED-8E18C60B62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8E2083F-6224-6290-1F35-8132BCB7A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68047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Banaś</dc:creator>
  <cp:lastModifiedBy>Jakub Banaś</cp:lastModifiedBy>
  <cp:revision>1</cp:revision>
  <dcterms:created xsi:type="dcterms:W3CDTF">2026-10-18T12:15:04Z</dcterms:created>
  <dcterms:modified xsi:type="dcterms:W3CDTF">2026-10-18T12:15:29Z</dcterms:modified>
</cp:coreProperties>
</file>